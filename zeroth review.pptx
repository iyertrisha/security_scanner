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61" r:id="rId5"/>
    <p:sldId id="269" r:id="rId6"/>
    <p:sldId id="262" r:id="rId7"/>
    <p:sldId id="271" r:id="rId8"/>
    <p:sldId id="268" r:id="rId9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41BB0-4897-48CC-8EC5-F9DA82F383BE}" type="datetimeFigureOut">
              <a:rPr lang="en-IN" smtClean="0"/>
              <a:pPr/>
              <a:t>20-02-2026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6BABC-7EAB-4FD8-AB56-DD3D098BAC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102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B230-5526-4408-9234-66F8A1EB23B3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198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B3-7650-4F76-91DF-95E37DFFC68D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3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6413E-1781-49E4-B5B5-DF3016F76767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6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1CE4-3AE4-49B6-9F50-AB5F87F31274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84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BC85-6679-4B0A-BC58-0A99CE1B29DE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6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6AFC-2606-4685-8C54-0A178173850A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00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F48C1-1309-4D9A-ABAF-B8296A6A9BBD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11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7527C-EFF2-43F9-8E52-96D9F1B3931C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76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4A0A9-34D0-4C62-9C5E-A076F273D0CC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735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0ECD6-410B-4FF1-9407-D5FA6D5B05AF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42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AF8D-E502-42CB-ADBD-0D736E73FA39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542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AD51C-C4FB-4B69-9C84-8B4CA79584AD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76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heckov.io/HashiCor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9463" y="1750348"/>
            <a:ext cx="9144000" cy="1176066"/>
          </a:xfrm>
        </p:spPr>
        <p:txBody>
          <a:bodyPr>
            <a:normAutofit/>
          </a:bodyPr>
          <a:lstStyle/>
          <a:p>
            <a:r>
              <a:rPr lang="en-IN" dirty="0"/>
              <a:t> </a:t>
            </a:r>
            <a:r>
              <a:rPr lang="en-IN" dirty="0" err="1"/>
              <a:t>NetGuard</a:t>
            </a:r>
            <a:r>
              <a:rPr lang="en-IN" dirty="0"/>
              <a:t> </a:t>
            </a:r>
            <a:r>
              <a:rPr lang="en-IN" dirty="0" err="1"/>
              <a:t>IaC</a:t>
            </a:r>
            <a:r>
              <a:rPr lang="en-IN" dirty="0"/>
              <a:t>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4286" y="4705457"/>
            <a:ext cx="5119396" cy="1843722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</a:p>
          <a:p>
            <a:pPr marL="457200" indent="-457200" algn="l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1MS23CS200 – Trisha N Iyer</a:t>
            </a:r>
          </a:p>
          <a:p>
            <a:pPr marL="457200" indent="-457200" algn="l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1MS23CS116 – Mohit Kumar Patwari</a:t>
            </a:r>
          </a:p>
          <a:p>
            <a:pPr marL="457200" indent="-457200" algn="l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1MS23CS219 – Vineet Rajani</a:t>
            </a:r>
          </a:p>
          <a:p>
            <a:pPr marL="457200" indent="-457200" algn="l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1MS24CS418 – Vinay J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6" t="25628" r="9668" b="17165"/>
          <a:stretch/>
        </p:blipFill>
        <p:spPr>
          <a:xfrm>
            <a:off x="409303" y="156754"/>
            <a:ext cx="2560320" cy="806145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8316686" y="4705457"/>
            <a:ext cx="2516777" cy="1747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S. Seema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3303" y="374545"/>
            <a:ext cx="102586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CSP67: Mini  Project Work  - Zeroth Review Presentation</a:t>
            </a:r>
          </a:p>
          <a:p>
            <a:pPr algn="ctr"/>
            <a:endParaRPr lang="en-IN" dirty="0"/>
          </a:p>
          <a:p>
            <a:pPr algn="ctr"/>
            <a:r>
              <a:rPr lang="en-IN" sz="2800" b="1" dirty="0"/>
              <a:t>Department of Computer Science and Engineering </a:t>
            </a:r>
          </a:p>
        </p:txBody>
      </p:sp>
    </p:spTree>
    <p:extLst>
      <p:ext uri="{BB962C8B-B14F-4D97-AF65-F5344CB8AC3E}">
        <p14:creationId xmlns:p14="http://schemas.microsoft.com/office/powerpoint/2010/main" val="3997212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5133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00696"/>
            <a:ext cx="11101251" cy="4776267"/>
          </a:xfrm>
        </p:spPr>
        <p:txBody>
          <a:bodyPr>
            <a:normAutofit/>
          </a:bodyPr>
          <a:lstStyle/>
          <a:p>
            <a:r>
              <a:rPr lang="en-US" b="1" dirty="0"/>
              <a:t>Problem Statement</a:t>
            </a:r>
            <a:endParaRPr lang="en-IN" dirty="0"/>
          </a:p>
          <a:p>
            <a:r>
              <a:rPr lang="en-US" b="1" dirty="0"/>
              <a:t>Objective &amp; Scope of the Proposed Project </a:t>
            </a:r>
            <a:r>
              <a:rPr lang="en-US" dirty="0"/>
              <a:t> </a:t>
            </a:r>
            <a:endParaRPr lang="en-IN" dirty="0"/>
          </a:p>
          <a:p>
            <a:r>
              <a:rPr lang="en-US" b="1" dirty="0"/>
              <a:t>Hardware &amp; Software to be used</a:t>
            </a:r>
            <a:endParaRPr lang="en-IN" dirty="0"/>
          </a:p>
          <a:p>
            <a:r>
              <a:rPr lang="en-US" b="1" dirty="0"/>
              <a:t>What contribution to society would the project make? </a:t>
            </a:r>
            <a:endParaRPr lang="en-IN" dirty="0"/>
          </a:p>
          <a:p>
            <a:r>
              <a:rPr lang="en-US" b="1" dirty="0"/>
              <a:t>References</a:t>
            </a:r>
            <a:endParaRPr lang="en-IN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B29C1-B8B8-4C95-8B2A-DC5438CB7B9F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115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034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4597"/>
            <a:ext cx="11083834" cy="4782366"/>
          </a:xfrm>
        </p:spPr>
        <p:txBody>
          <a:bodyPr/>
          <a:lstStyle/>
          <a:p>
            <a:r>
              <a:rPr lang="en-US" dirty="0"/>
              <a:t>Automated </a:t>
            </a:r>
            <a:r>
              <a:rPr lang="en-US" b="1" dirty="0"/>
              <a:t>security scanning</a:t>
            </a:r>
            <a:r>
              <a:rPr lang="en-US" dirty="0"/>
              <a:t> for </a:t>
            </a:r>
            <a:r>
              <a:rPr lang="en-US" b="1" dirty="0"/>
              <a:t>infrastructure code</a:t>
            </a:r>
          </a:p>
          <a:p>
            <a:r>
              <a:rPr lang="en-US" dirty="0"/>
              <a:t>Scans </a:t>
            </a:r>
            <a:r>
              <a:rPr lang="en-US" b="1" dirty="0"/>
              <a:t>Terraform</a:t>
            </a:r>
            <a:r>
              <a:rPr lang="en-US" dirty="0"/>
              <a:t> and </a:t>
            </a:r>
            <a:r>
              <a:rPr lang="en-US" b="1" dirty="0"/>
              <a:t>Kubernetes</a:t>
            </a:r>
            <a:r>
              <a:rPr lang="en-US" dirty="0"/>
              <a:t> on pull requests</a:t>
            </a:r>
          </a:p>
          <a:p>
            <a:r>
              <a:rPr lang="en-US" dirty="0"/>
              <a:t>Builds </a:t>
            </a:r>
            <a:r>
              <a:rPr lang="en-US" b="1" dirty="0"/>
              <a:t>network topology graphs </a:t>
            </a:r>
            <a:r>
              <a:rPr lang="en-US" dirty="0"/>
              <a:t>before deployment</a:t>
            </a:r>
          </a:p>
          <a:p>
            <a:r>
              <a:rPr lang="en-US" b="1" dirty="0"/>
              <a:t>Visualizes security impact </a:t>
            </a:r>
            <a:r>
              <a:rPr lang="en-US" dirty="0"/>
              <a:t>of infrastructure changes</a:t>
            </a:r>
          </a:p>
          <a:p>
            <a:r>
              <a:rPr lang="en-US" dirty="0"/>
              <a:t>Prevents misconfigurations from reaching </a:t>
            </a:r>
            <a:r>
              <a:rPr lang="en-US" b="1" dirty="0"/>
              <a:t>production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D392-E6CE-4A78-BADB-DF5474926C0B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1026" name="Picture 2" descr="network topology | Network analysis ...">
            <a:extLst>
              <a:ext uri="{FF2B5EF4-FFF2-40B4-BE49-F238E27FC236}">
                <a16:creationId xmlns:a16="http://schemas.microsoft.com/office/drawing/2014/main" id="{7FE07F0D-AD5E-026C-95ED-C43CB4951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8962" y="3878134"/>
            <a:ext cx="2114550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245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6451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118" y="1306286"/>
            <a:ext cx="10198360" cy="445070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Existing Tools:</a:t>
            </a:r>
          </a:p>
          <a:p>
            <a:r>
              <a:rPr lang="en-IN" dirty="0" err="1"/>
              <a:t>Checkov</a:t>
            </a:r>
            <a:r>
              <a:rPr lang="en-IN" dirty="0"/>
              <a:t> — rule-based scanning, text output</a:t>
            </a:r>
          </a:p>
          <a:p>
            <a:r>
              <a:rPr lang="en-IN" dirty="0" err="1"/>
              <a:t>Snyk</a:t>
            </a:r>
            <a:r>
              <a:rPr lang="en-IN" dirty="0"/>
              <a:t> </a:t>
            </a:r>
            <a:r>
              <a:rPr lang="en-IN" dirty="0" err="1"/>
              <a:t>IaC</a:t>
            </a:r>
            <a:r>
              <a:rPr lang="en-IN" dirty="0"/>
              <a:t> — commercial, rule violations only</a:t>
            </a:r>
          </a:p>
          <a:p>
            <a:r>
              <a:rPr lang="en-IN" dirty="0" err="1"/>
              <a:t>Terrascan</a:t>
            </a:r>
            <a:r>
              <a:rPr lang="en-IN" dirty="0"/>
              <a:t> — open-source, text-based findings</a:t>
            </a:r>
          </a:p>
          <a:p>
            <a:r>
              <a:rPr lang="en-IN" dirty="0" err="1"/>
              <a:t>tfsec</a:t>
            </a:r>
            <a:r>
              <a:rPr lang="en-IN" dirty="0"/>
              <a:t> — Terraform-focused, no visualization</a:t>
            </a:r>
          </a:p>
          <a:p>
            <a:r>
              <a:rPr lang="en-IN" dirty="0"/>
              <a:t>Prisma Cloud — expensive, text reports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How Ours is Better:</a:t>
            </a:r>
          </a:p>
          <a:p>
            <a:r>
              <a:rPr lang="en-IN" b="1" dirty="0"/>
              <a:t>Visual network topology graphs</a:t>
            </a:r>
          </a:p>
          <a:p>
            <a:r>
              <a:rPr lang="en-IN" b="1" dirty="0"/>
              <a:t>PR-level</a:t>
            </a:r>
            <a:r>
              <a:rPr lang="en-IN" dirty="0"/>
              <a:t> graph </a:t>
            </a:r>
            <a:r>
              <a:rPr lang="en-IN" b="1" dirty="0"/>
              <a:t>diffing</a:t>
            </a:r>
          </a:p>
          <a:p>
            <a:r>
              <a:rPr lang="en-IN" dirty="0"/>
              <a:t>Context-aware </a:t>
            </a:r>
            <a:r>
              <a:rPr lang="en-IN" b="1" dirty="0"/>
              <a:t>risk scoring</a:t>
            </a:r>
          </a:p>
          <a:p>
            <a:r>
              <a:rPr lang="en-IN" b="1" dirty="0"/>
              <a:t>Developer-friendly</a:t>
            </a:r>
            <a:r>
              <a:rPr lang="en-IN" dirty="0"/>
              <a:t> visual feedback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F1CE-A9C6-4B58-A04D-A09FA4166965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6629E7E-682B-BD9F-19E5-DF8D2D052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389" y="1906360"/>
            <a:ext cx="6916611" cy="4027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6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design a </a:t>
            </a:r>
            <a:r>
              <a:rPr lang="en-US" b="1" dirty="0"/>
              <a:t>multi-cloud parser</a:t>
            </a:r>
            <a:r>
              <a:rPr lang="en-US" dirty="0"/>
              <a:t> supporting AWS, GCP, Azure, and Kubernetes</a:t>
            </a:r>
          </a:p>
          <a:p>
            <a:r>
              <a:rPr lang="en-US" dirty="0"/>
              <a:t>To build a network </a:t>
            </a:r>
            <a:r>
              <a:rPr lang="en-US" b="1" dirty="0"/>
              <a:t>topology graph </a:t>
            </a:r>
            <a:r>
              <a:rPr lang="en-US" dirty="0"/>
              <a:t>engine with </a:t>
            </a:r>
            <a:r>
              <a:rPr lang="en-US" b="1" dirty="0"/>
              <a:t>95%+ accuracy</a:t>
            </a:r>
          </a:p>
          <a:p>
            <a:r>
              <a:rPr lang="en-US" dirty="0"/>
              <a:t>To implement </a:t>
            </a:r>
            <a:r>
              <a:rPr lang="en-US" b="1" dirty="0"/>
              <a:t>PR-level graph diffing </a:t>
            </a:r>
            <a:r>
              <a:rPr lang="en-US" dirty="0"/>
              <a:t>detecting all </a:t>
            </a:r>
            <a:r>
              <a:rPr lang="en-US" b="1" dirty="0"/>
              <a:t>exposure changes</a:t>
            </a:r>
          </a:p>
          <a:p>
            <a:r>
              <a:rPr lang="en-US" dirty="0"/>
              <a:t>To develop a risk scoring system with </a:t>
            </a:r>
            <a:r>
              <a:rPr lang="en-US" b="1" dirty="0"/>
              <a:t>4 severity levels</a:t>
            </a:r>
          </a:p>
          <a:p>
            <a:r>
              <a:rPr lang="en-US" dirty="0"/>
              <a:t>To create a </a:t>
            </a:r>
            <a:r>
              <a:rPr lang="en-US" b="1" dirty="0"/>
              <a:t>visualization dashboard </a:t>
            </a:r>
            <a:r>
              <a:rPr lang="en-US" dirty="0"/>
              <a:t>showing scan history and trends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B3-7650-4F76-91DF-95E37DFFC68D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702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2574" y="1464265"/>
            <a:ext cx="2884715" cy="42267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Development Tools</a:t>
            </a:r>
          </a:p>
          <a:p>
            <a:r>
              <a:rPr lang="en-US" dirty="0"/>
              <a:t>VS Code or PyCharm IDE</a:t>
            </a:r>
          </a:p>
          <a:p>
            <a:r>
              <a:rPr lang="en-US" dirty="0"/>
              <a:t>GitHub for source control</a:t>
            </a:r>
          </a:p>
          <a:p>
            <a:r>
              <a:rPr lang="en-US" dirty="0"/>
              <a:t>Docker for containerization</a:t>
            </a:r>
            <a:endParaRPr lang="en-US" dirty="0">
              <a:effectLst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90A33-6B12-430D-AE68-862356A20E7F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D56E0B-B40E-5833-3F10-B0B21F2FFCCF}"/>
              </a:ext>
            </a:extLst>
          </p:cNvPr>
          <p:cNvSpPr txBox="1">
            <a:spLocks/>
          </p:cNvSpPr>
          <p:nvPr/>
        </p:nvSpPr>
        <p:spPr>
          <a:xfrm>
            <a:off x="990599" y="1533331"/>
            <a:ext cx="2884715" cy="42267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b="1"/>
              <a:t>Technologies Used</a:t>
            </a:r>
          </a:p>
          <a:p>
            <a:r>
              <a:rPr lang="en-IN"/>
              <a:t>Python for backend parsing</a:t>
            </a:r>
          </a:p>
          <a:p>
            <a:r>
              <a:rPr lang="en-IN"/>
              <a:t>FastAPI for REST API</a:t>
            </a:r>
          </a:p>
          <a:p>
            <a:r>
              <a:rPr lang="en-IN"/>
              <a:t>React + Vite for frontend</a:t>
            </a:r>
          </a:p>
          <a:p>
            <a:r>
              <a:rPr lang="en-IN"/>
              <a:t>NetworkX for graph operations</a:t>
            </a:r>
          </a:p>
          <a:p>
            <a:r>
              <a:rPr lang="en-IN"/>
              <a:t>D3.js for graph visualization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08AD83-7169-AE15-981A-9C6AC683D697}"/>
              </a:ext>
            </a:extLst>
          </p:cNvPr>
          <p:cNvSpPr txBox="1">
            <a:spLocks/>
          </p:cNvSpPr>
          <p:nvPr/>
        </p:nvSpPr>
        <p:spPr>
          <a:xfrm>
            <a:off x="7612223" y="1464265"/>
            <a:ext cx="2884715" cy="42267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/>
              <a:t>Software Requirements</a:t>
            </a:r>
          </a:p>
          <a:p>
            <a:r>
              <a:rPr lang="en-IN" dirty="0"/>
              <a:t>Python 3.11 or higher</a:t>
            </a:r>
          </a:p>
          <a:p>
            <a:r>
              <a:rPr lang="en-IN" dirty="0"/>
              <a:t>Node.js 18+ and </a:t>
            </a:r>
            <a:r>
              <a:rPr lang="en-IN" dirty="0" err="1"/>
              <a:t>npm</a:t>
            </a:r>
            <a:endParaRPr lang="en-IN" dirty="0"/>
          </a:p>
          <a:p>
            <a:r>
              <a:rPr lang="en-IN" dirty="0"/>
              <a:t>Docker Desktop for containerization</a:t>
            </a:r>
          </a:p>
          <a:p>
            <a:r>
              <a:rPr lang="en-IN" dirty="0"/>
              <a:t>PostgreSQL 14+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632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3698"/>
            <a:ext cx="9683621" cy="3950025"/>
          </a:xfrm>
        </p:spPr>
        <p:txBody>
          <a:bodyPr>
            <a:normAutofit fontScale="85000" lnSpcReduction="20000"/>
          </a:bodyPr>
          <a:lstStyle/>
          <a:p>
            <a:r>
              <a:rPr lang="en-IN" dirty="0" err="1"/>
              <a:t>Bridgecrew</a:t>
            </a:r>
            <a:r>
              <a:rPr lang="en-IN" dirty="0"/>
              <a:t>. (2023). </a:t>
            </a:r>
            <a:r>
              <a:rPr lang="en-IN" i="1" dirty="0" err="1"/>
              <a:t>Checkov</a:t>
            </a:r>
            <a:r>
              <a:rPr lang="en-IN" i="1" dirty="0"/>
              <a:t>: Static code analysis for infrastructure as code</a:t>
            </a:r>
            <a:r>
              <a:rPr lang="en-IN" dirty="0"/>
              <a:t>. </a:t>
            </a:r>
            <a:r>
              <a:rPr lang="en-IN" dirty="0">
                <a:hlinkClick r:id="rId2"/>
              </a:rPr>
              <a:t>https://www.checkov.io/HashiCorp</a:t>
            </a:r>
            <a:r>
              <a:rPr lang="en-IN" dirty="0"/>
              <a:t>.</a:t>
            </a:r>
          </a:p>
          <a:p>
            <a:r>
              <a:rPr lang="en-IN" dirty="0"/>
              <a:t> (2023). </a:t>
            </a:r>
            <a:r>
              <a:rPr lang="en-IN" i="1" dirty="0"/>
              <a:t>Terraform documentation</a:t>
            </a:r>
            <a:r>
              <a:rPr lang="en-IN" dirty="0"/>
              <a:t>.</a:t>
            </a:r>
          </a:p>
          <a:p>
            <a:r>
              <a:rPr lang="en-IN" dirty="0"/>
              <a:t> https://www.terraform.io/docsIBM Security. (2023). </a:t>
            </a:r>
            <a:r>
              <a:rPr lang="en-IN" i="1" dirty="0"/>
              <a:t>Cost of a data breach report 2023</a:t>
            </a:r>
            <a:r>
              <a:rPr lang="en-IN" dirty="0"/>
              <a:t>. </a:t>
            </a:r>
          </a:p>
          <a:p>
            <a:r>
              <a:rPr lang="en-IN" dirty="0"/>
              <a:t>IBM </a:t>
            </a:r>
            <a:r>
              <a:rPr lang="en-IN" dirty="0" err="1"/>
              <a:t>Corporation.NetworkX</a:t>
            </a:r>
            <a:r>
              <a:rPr lang="en-IN" dirty="0"/>
              <a:t> Developers. (2023). </a:t>
            </a:r>
          </a:p>
          <a:p>
            <a:r>
              <a:rPr lang="en-IN" i="1" dirty="0" err="1"/>
              <a:t>NetworkX</a:t>
            </a:r>
            <a:r>
              <a:rPr lang="en-IN" i="1" dirty="0"/>
              <a:t>: Network analysis in Python</a:t>
            </a:r>
            <a:r>
              <a:rPr lang="en-IN" dirty="0"/>
              <a:t>. https://networkx.org/Palo Alto Networks. (2023).</a:t>
            </a:r>
          </a:p>
          <a:p>
            <a:r>
              <a:rPr lang="en-IN" dirty="0"/>
              <a:t> </a:t>
            </a:r>
            <a:r>
              <a:rPr lang="en-IN" i="1" dirty="0"/>
              <a:t>Prisma Cloud: Cloud security platform</a:t>
            </a:r>
            <a:r>
              <a:rPr lang="en-IN" dirty="0"/>
              <a:t>. https://www.paloaltonetworks.com/prisma/cloudSnyk. </a:t>
            </a:r>
          </a:p>
          <a:p>
            <a:r>
              <a:rPr lang="en-IN" dirty="0"/>
              <a:t>(2023). </a:t>
            </a:r>
            <a:r>
              <a:rPr lang="en-IN" i="1" dirty="0" err="1"/>
              <a:t>Snyk</a:t>
            </a:r>
            <a:r>
              <a:rPr lang="en-IN" i="1" dirty="0"/>
              <a:t> Infrastructure as Code: Security scanning for </a:t>
            </a:r>
            <a:r>
              <a:rPr lang="en-IN" i="1" dirty="0" err="1"/>
              <a:t>IaC</a:t>
            </a:r>
            <a:r>
              <a:rPr lang="en-IN" dirty="0"/>
              <a:t>. https://snyk.io/product/infrastructure-as-code-security/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B3-7650-4F76-91DF-95E37DFFC68D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225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3776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 You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2B6C-1E6F-4878-8BCA-4FE1E22A9381}" type="datetime1">
              <a:rPr lang="en-IN" smtClean="0"/>
              <a:pPr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096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449</Words>
  <Application>Microsoft Office PowerPoint</Application>
  <PresentationFormat>Widescreen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 NetGuard IaC Analyzer</vt:lpstr>
      <vt:lpstr>Agenda</vt:lpstr>
      <vt:lpstr>Introduction</vt:lpstr>
      <vt:lpstr>Problem Statement</vt:lpstr>
      <vt:lpstr>Project Objectives</vt:lpstr>
      <vt:lpstr>SRS</vt:lpstr>
      <vt:lpstr>References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&lt;&lt;Project Title&gt;&gt;</dc:title>
  <dc:creator>PC-PS</dc:creator>
  <cp:lastModifiedBy>trisha n iyer</cp:lastModifiedBy>
  <cp:revision>31</cp:revision>
  <dcterms:created xsi:type="dcterms:W3CDTF">2021-06-26T05:03:30Z</dcterms:created>
  <dcterms:modified xsi:type="dcterms:W3CDTF">2026-02-20T18:18:15Z</dcterms:modified>
</cp:coreProperties>
</file>